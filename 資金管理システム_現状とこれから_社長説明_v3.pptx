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08960"/>
            <a:ext cx="347472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資金管理システム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6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いまと、これから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今日のはなし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今日いっしょに決めたいのは、この3つ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6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どこまで「自動」にする？</a:t>
            </a:r>
            <a:endParaRPr lang="en-US" sz="26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6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まずは小さく作って試す、でいい？</a:t>
            </a:r>
            <a:endParaRPr lang="en-US" sz="26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6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いま いちばん ほしいのはどれ？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ゴールの方向はいいと思っています。今日は「進め方」の相談です。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いま出来ていること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6社のお金の流れを、1つにまとめて見えるようにできた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6つの会社のお金を、1つの表で管理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「入る予定のお金」と「実際に入ったお金」を見くらべ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毎日・毎月の出入りが、自動で計算される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実際の画面：全社合算サマリー（6社合計）</a:t>
            </a:r>
            <a:endParaRPr lang="en-US" sz="1200" dirty="0"/>
          </a:p>
        </p:txBody>
      </p:sp>
      <p:pic>
        <p:nvPicPr>
          <p:cNvPr id="7" name="Image 0" descr="C:/tmp/shot_zens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05" y="3840480"/>
            <a:ext cx="1051191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4805" y="3840480"/>
            <a:ext cx="10511910" cy="2377440"/>
          </a:xfrm>
          <a:prstGeom prst="rect">
            <a:avLst/>
          </a:prstGeom>
          <a:ln w="12700">
            <a:solidFill>
              <a:srgbClr val="A6B0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もう動いている機能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「いつ・いくら足りないか」が分かるところまで来た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実際の画面：払う順番（支払可能性分析）</a:t>
            </a:r>
            <a:endParaRPr lang="en-US" sz="1200" dirty="0"/>
          </a:p>
        </p:txBody>
      </p:sp>
      <p:pic>
        <p:nvPicPr>
          <p:cNvPr id="6" name="Image 0" descr="C:/tmp/shot_shihar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07596"/>
            <a:ext cx="5394960" cy="33058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507596"/>
            <a:ext cx="5394960" cy="3305848"/>
          </a:xfrm>
          <a:prstGeom prst="rect">
            <a:avLst/>
          </a:prstGeom>
          <a:ln w="12700">
            <a:solidFill>
              <a:srgbClr val="A6B0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246888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予約サイト（Booking等）から入るお金を先読み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払う順番を「大事な順」に整理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カードの枠をやりくりする計算も反映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通帳・請求書を取りこんで反映ずみ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数字で見ると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「経営判断に使える」ところまで見えている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6888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お金の状態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5月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足りない（▲311万円）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もっと足りない（▲1,376万円）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8463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▲は「お金が足りない」しるし。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＝まだ黒字じゃないことも、ちゃんと見えている。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0" y="2011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実際の画面：全社月次サマリー</a:t>
            </a:r>
            <a:endParaRPr lang="en-US" sz="1200" dirty="0"/>
          </a:p>
        </p:txBody>
      </p:sp>
      <p:pic>
        <p:nvPicPr>
          <p:cNvPr id="8" name="Image 0" descr="C:/tmp/shot_getsu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821847"/>
            <a:ext cx="5120640" cy="267734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0" y="2821847"/>
            <a:ext cx="5120640" cy="2677347"/>
          </a:xfrm>
          <a:prstGeom prst="rect">
            <a:avLst/>
          </a:prstGeom>
          <a:ln w="12700">
            <a:solidFill>
              <a:srgbClr val="A6B0B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でも、弱点もある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便利だけど、こわいところもある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4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毎月3〜5時間、手で入力している</a:t>
            </a:r>
            <a:endParaRPr lang="en-US" sz="24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4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できる人が1人だけ → その人が辞めたら止まる</a:t>
            </a:r>
            <a:endParaRPr lang="en-US" sz="24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4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データがまだ5ヶ月分 → 先の予想はまだ苦手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いま、ゴールのどこ？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「見える化」はほぼ完成。でも本命の「自動」はこれから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車でいうと──「カーナビ（今どこが分かる）」は完成。「自動運転（おまかせ）」はまだ付いていない。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お金の流れを見える化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0" y="2368296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2368296"/>
            <a:ext cx="4818888" cy="310896"/>
          </a:xfrm>
          <a:prstGeom prst="roundRect">
            <a:avLst>
              <a:gd name="adj" fmla="val 8824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2124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払う順番の整理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0" y="2916936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916936"/>
            <a:ext cx="2834640" cy="310896"/>
          </a:xfrm>
          <a:prstGeom prst="roundRect">
            <a:avLst>
              <a:gd name="adj" fmla="val 8824"/>
            </a:avLst>
          </a:prstGeom>
          <a:solidFill>
            <a:srgbClr val="C8A046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21240" y="2834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売上・入金の予測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0" y="3465576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3465576"/>
            <a:ext cx="1700784" cy="310896"/>
          </a:xfrm>
          <a:prstGeom prst="roundRect">
            <a:avLst>
              <a:gd name="adj" fmla="val 882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データの自動とりこみ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0" y="4014216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4014216"/>
            <a:ext cx="850392" cy="310896"/>
          </a:xfrm>
          <a:prstGeom prst="roundRect">
            <a:avLst>
              <a:gd name="adj" fmla="val 882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3931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支払いの自動じっこう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114800" y="4562856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4480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5029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人がいらない状態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114800" y="5111496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1240" y="5029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80644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社長のやりたい「おまかせ（無人化）」で見ると ── 全体ではまだ 約2割。本命はこれから。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今のやり方だけじゃダメ？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正直、両方あります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F2F4F7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9631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いいところ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892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・お金がほとんどかからない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・いまも ちゃんと回っている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・人が見るので融通がきく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26480" y="23317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2F4F7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4963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こわいところ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55080" y="3154680"/>
            <a:ext cx="49377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・1人に頼りきり（辞めたら止まる）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・手作業なのでミスが出やすい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・店が増えたらパンクする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社長が いちばん「困る」のは、どれですか？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夢と、いまの現実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「全部おまかせ」までは、まだ距離がある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6858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やりたいこと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いまの現実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データを全部 自動でとりこむ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通帳や予約サイトは「手でダウンロード」が必要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AIで売上を予想する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データが少なく まだ当たらない。予約の数字を使う方が正確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支払いまで 機械にやらせる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お金を勝手に振り込むのは危ない。確認は人が安心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すぐ完成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全部入りは半年〜。1〜2ヶ月でできるのは「最初の形」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おすすめの進め方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小さく始めて、よかったら広げる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94944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やること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目安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まず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今ある表をシステム化＋入力を半分にする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1〜2ヶ月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次に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予約データを取りこんで、見込みを正確に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＋2〜3ヶ月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その後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データが貯まってから 予想を賢くする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半年〜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まず「まず」だけ見て、いける/やめるを決められる → 一気にお金を賭けないので安心。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決めてほしいこと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8288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28600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228600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どこまで「自動」にする？（お金を払うところまで機械にやらせる？）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611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361188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カードのやりくりは、これからもずっと必要？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493776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937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03120" y="493776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まずは小さく作って試す、でいい？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2026-06-01T03:23:05Z</dcterms:created>
  <dcterms:modified xsi:type="dcterms:W3CDTF">2026-06-01T03:23:05Z</dcterms:modified>
</cp:coreProperties>
</file>