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154680"/>
            <a:ext cx="384048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資金管理システム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いま出来ていること と、これからどうするか 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2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社内検討用 ／ 議論のたたき台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 ｜ この資料で決めたいこと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本気で「無人化」を目指す前に、3つだけ握っておきたい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いくら出せるか（予算の上限）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どこまで自動化するか（特に「支払い実行」まで自動にする？）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まず安く小さく作って成果を見せる進め方でいいか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19050">
            <a:solidFill>
              <a:srgbClr val="C8A0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「夢（無人化システム）を否定する」会議ではありません。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方向性は良い。ただ “予算・範囲・順番” を決めないまま作り始めると「思ってたのと違う」になります。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そこを今日すり合わせたい、という資料です。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現状① ｜ いま出来ていること（全体像）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6社の資金繰りを1つに統合し、見える化はもう出来ている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1" marL="457200" indent="-2286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リゾート/モーテル/レジデンス/ザック/ワールド・レイ/ココ・ユニバースの6社を1ファイルで統合管理</a:t>
            </a:r>
            <a:endParaRPr lang="en-US" sz="1500" dirty="0"/>
          </a:p>
          <a:p>
            <a:pPr lvl="1" marL="457200" indent="-2286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売上ベース（予約）と入金ベース（通帳）の両方を突き合わせ</a:t>
            </a:r>
            <a:endParaRPr lang="en-US" sz="1500" dirty="0"/>
          </a:p>
          <a:p>
            <a:pPr lvl="1" marL="457200" indent="-228600"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日次・月次のキャッシュフローを自動集計（22シート・約9,200の数式）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212080" cy="4023360"/>
          </a:xfrm>
          <a:prstGeom prst="rect">
            <a:avLst/>
          </a:prstGeom>
          <a:solidFill>
            <a:srgbClr val="F2F4F7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309360" y="3291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🖼  ここにスクショ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37033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キャプチャ例：トップ／全社合算サマリー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現状② ｜ もう動いている具体的な機能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予測・支払優先度・カード枠まで作り込み済み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4023360"/>
          </a:xfrm>
          <a:prstGeom prst="rect">
            <a:avLst/>
          </a:prstGeom>
          <a:solidFill>
            <a:srgbClr val="F2F4F7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3337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🖼  ここにスクショ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キャプチャ例：支払可能性分析（優先度別）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78308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OTA入金予測</a:t>
            </a:r>
            <a:endParaRPr lang="en-US" sz="1500" dirty="0"/>
          </a:p>
          <a:p>
            <a:pPr lvl="1" marL="4572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26種のOTA/決済を当月・翌月・翌々月へ自動分配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優先度別の支払分析</a:t>
            </a:r>
            <a:endParaRPr lang="en-US" sz="1500" dirty="0"/>
          </a:p>
          <a:p>
            <a:pPr lvl="1" marL="4572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高/中/低/月次/カード枠回復の5分類で「払える順」を整理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カード枠回復ロジック</a:t>
            </a:r>
            <a:endParaRPr lang="en-US" sz="1500" dirty="0"/>
          </a:p>
          <a:p>
            <a:pPr lvl="1" marL="4572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入金→カード返済→枠が空く→別支払いへ転用 を反映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通帳・請求書の取込実績</a:t>
            </a:r>
            <a:endParaRPr lang="en-US" sz="1500" dirty="0"/>
          </a:p>
          <a:p>
            <a:pPr lvl="1" marL="4572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11口座×複数月、5月分の請求書まで反映済み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現状③ ｜ どこまでの精度か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「経営判断に使えるレベル」までは来ている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0" y="1783080"/>
            <a:ext cx="5120640" cy="4023360"/>
          </a:xfrm>
          <a:prstGeom prst="rect">
            <a:avLst/>
          </a:prstGeom>
          <a:solidFill>
            <a:srgbClr val="F2F4F7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0" y="3337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🖼  ここにスクショ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3749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キャプチャ例：全社月次サマリー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現在の数字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5月 入金予測（リゾート）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約24.5M（4月実績22.5M）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6〜8月 入金予測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 20〜30M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全社の月次支払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 4.8〜4.9M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カード枠回復（5月）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527万円分を運用中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月末 使用可能額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5月 ▲311万 → 8月 ▲1,376万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4864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▲＝資金がマイナス。つまり「黒字化していない」現実も、すでに数字で見えている。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現状④ ｜ でも、ここが限界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「出来ている」けれど、運用には弱点がある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毎月の手入力に3〜5時間（通帳PDF・請求書）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担当者ひとりに依存（同時編集できない／その人が抜けると止まる）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実績データが5ヶ月分しかない → 季節変動の予測がまだ弱い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カード枠回復は手作業で都度入力（自動最適化できていない）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b="1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支払優先度は固定的（残高と必要額から自動判定はできていない）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論点A ｜ そもそも、今の経理トップのやり方ではダメ？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正直に両面を見る ― 「回ってはいる」が「危うい」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2F4F7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 今のやり方の良いところ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83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・追加コストがほぼゼロ（人＋Excelで回っている）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・現場感のある人が見ているので、例外対応や交渉が利く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・実際に経営判断に使える数字は、もう出ている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2F4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放置すると危ないところ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5029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・属人化：その人が辞めたら会社の資金繰りが止まる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・ミスのリスク：手入力9,200式を1人で保守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・スケールしない：店舗が増えると手作業が破綻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・「予測の高度化」は今の運用の延長では作れない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問い：社長が「困る」のはどのリスク？ それが分かれば、作るべき範囲が決まる。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論点B ｜ 要件定義書のゴール と 現実のズレ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「無人化」までには、正直まだ距離がある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5669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テーマ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要件定義書の理想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現実 / 引っかかる点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データ自動取込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取込を全自動化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通帳・OTAはDLが前提。中小企業が使えるAPIは少ない＝実質「半自動」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売上予測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機械学習で予測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5ヶ月分では精度が出ない。むしろ“予約データ＝ほぼ確定の見込み”を使う方が早く正確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カード枠回復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動的に自動最適化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これは資金繰りが苦しい間の延命策。黒字化したら不要になる可能性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支払い実行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支払までを自動化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送金の全自動は誤送金・不正リスク大。普通は人の承認を残す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予算・期間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自律型システム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1〜2ヶ月では最小版まで。無人化は四半期×複数フェーズ＋相応の予算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論点C ｜ 大赤字だからこそ、機能を絞る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「あったら嬉しい」と「今お金を生む」を分ける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2F4F7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 今すぐ効く（安い・効果大）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83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・キャッシュフローの一目可視化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（いつ・いくら足りないかが即わかる）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・支払優先度の整理（払う順番）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・入力の半自動化（手入力3〜5h → 大幅減）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赤字局面で「資金ショートを防ぐ」直接効果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2F4F7"/>
          </a:solidFill>
          <a:ln w="19050">
            <a:solidFill>
              <a:srgbClr val="707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後回しでよい（高い・重い）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468880"/>
            <a:ext cx="5029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・機械学習による売上予測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・支払い実行の全自動化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・カード枠回復の動的最適化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43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データが貯まる＆黒字化のメドが立ってから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予算が薄い今こそ、「安くて効く2割」を先に。大きく作る体力がないからこそ順番が命。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提案 ｜ こう進めると失敗しにくい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8640" y="841248"/>
            <a:ext cx="128016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小さく速く成果を出して、様子を見ながら広げる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72000"/>
                <a:gridCol w="33832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狙い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目安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脱Excel＋CF可視化＋入力の半自動化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資金ショート防止／属人化リスクを下げる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1〜2ヶ月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予約データ取込で“確定見込み”を自動化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予測ではなく確定情報で精度UP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＋2〜3ヶ月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E79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Phase 3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データ蓄積後に予測・最適化を高度化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無人化に近づける（黒字化が前提）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D343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半年〜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 Phase 1 を見て「いける/やめる」を判断 → 投資を一気に賭けないので赤字でも踏める。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グローバルリゾート｜資金管理システム 議論資料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070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社長に決めてほしいこと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828800" cy="0"/>
          </a:xfrm>
          <a:prstGeom prst="line">
            <a:avLst/>
          </a:prstGeom>
          <a:noFill/>
          <a:ln w="38100">
            <a:solidFill>
              <a:srgbClr val="C8A0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92024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20240" y="192024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このシステムに、いくらまで出せますか？（予算の上限）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999232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92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20240" y="2999232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カード枠回復は “当面の延命策” ？ それとも “ずっと使う前提” 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078224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78224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20240" y="4078224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支払いの「実行（送金）」まで自動にしたい？ 承認は人が残す？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5157216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8A0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5721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0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20240" y="5157216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 Phase 1（1〜2ヶ月の可視化版）から始めて様子を見る、でいい？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2026-06-01T02:56:51Z</dcterms:created>
  <dcterms:modified xsi:type="dcterms:W3CDTF">2026-06-01T02:56:51Z</dcterms:modified>
</cp:coreProperties>
</file>