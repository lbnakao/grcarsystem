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社長のExcelを、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A046"/>
                </a:solidFill>
              </a:rPr>
              <a:t>アプリにしました。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</a:rPr>
              <a:t>中道社長へのご報告　2026年5月15日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</a:rPr>
              <a:t>まず、社長が一番やりたかったこと。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「6社のお金の動きを、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1つの画面で全部見たい。」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どこからいくら入ってきて、いつ何にいくら払うのか。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それを経営者として、リアルタイムに把握したい。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それが、社長の出発点だと受け取りました。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</a:rPr>
              <a:t>ただ、それがちょっとややこしいんです。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まず、Booking は翌月15日、楽天は25日、JCBは半分が翌月で残りが翌々月…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入金されるタイミングが、チャネルごとに16通りもあります。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そしてカードまわし。入金が入ったらまずカードを返済して、戻った枠で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次の支払いをまわす、という独特の運用がある。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施設は17あって、それぞれに複数のチャネル、それぞれに月別の売上。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組み合わせを真面目に追いかけようとすると、相当な量になります。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</a:rPr>
              <a:t>それで、社長がつくられたのが。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20シートの、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ものすごく緻密なExcel。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前のバージョン(51シート)から、20シートまで整理されています。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売上を入れたら入金日が自動で計算されるところまで、計算式だけで作り込まれていました。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中身の計算式は9,000本以上。本気でつくられた資料だと感じました。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</a:rPr>
              <a:t>でも、社長ご自身がこう書かれていました。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63031"/>
                </a:solidFill>
              </a:rPr>
              <a:t>「もうExcelじゃ限界。」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頂いた仕様書から、抜粋させていただきますと —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　・みんなで同時に開くと、書式や計算式が壊れる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　・写真の請求書を機械で読み取る機能がない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　・計算式が複雑すぎて、もう怖くて修正できない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…と書かれていました。だから次に進む必要がある、ということだと思います。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</a:rPr>
              <a:t>それを受けて、私が。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3736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</a:rPr>
              <a:t>Excelを、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</a:rPr>
              <a:t>そのままウェブで開けるようにしました。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ブラウザを開けば、社長のExcelで見られていた画面が、そのまま見えます。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しかも、みんなで同時に使えます。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社長のExcelの中身は、数字も含めて全部入れてあります。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</a:rPr>
              <a:t>ただ、これで終わりじゃありません。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社長が本当に目指されているのは、ここですよね。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984E3"/>
                </a:solidFill>
              </a:rPr>
              <a:t>「現場の人が、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0984E3"/>
                </a:solidFill>
              </a:rPr>
              <a:t>何もしなくてもいい状態。」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93776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そこに近づくために、これから3つご提案させてください。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次のスライドからお話します。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</a:rPr>
              <a:t>ご提案①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請求書を、写真に撮るだけで。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現場の人がスマホで請求書を撮るだけで、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「日付・取引先・金額」が自動でアプリに入る状態にできます。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当初は月10万円規模の専用ソフトを想定していましたが、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AIに画像を渡せば、ほぼ同じことを月数千円でやれます。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1〜2週間で動くものをつくれます。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</a:rPr>
              <a:t>ご提案②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スマレジの売上を、勝手に。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もう使われているスマレジは、繋げば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毎日の売上が夜のうちに自動でアプリに入る状態にできます。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経理担当の方が、毎日スマレジを開いて手で打つ作業が無くなります。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社長か井上さんに「連携キー」を発行いただければ、すぐ着手できます。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</a:rPr>
              <a:t>ご提案③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</a:rPr>
              <a:t>銀行のデータも、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</a:rPr>
              <a:t>会計ソフト無しで。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会計ソフトを入れていなくても、銀行の入出金をアプリに取り込めます。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まずは「銀行のサイトからファイルを落として、アプリに読ませる」やり方から。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慣れてきたら、自動で取得する仕組みに切り替えられます。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</a:rPr>
              <a:t>社長に、お聞きしたいこと。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46"/>
                </a:solidFill>
              </a:rPr>
              <a:t>1. 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3つの提案のうち、どれから始めましょうか?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07070"/>
                </a:solidFill>
              </a:rPr>
              <a:t>私のおすすめは ①請求書スキャン です。現場の手間が一番減るので。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46"/>
                </a:solidFill>
              </a:rPr>
              <a:t>2. 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3108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スマレジの「連携キー」、発行をお願いできますか?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3749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07070"/>
                </a:solidFill>
              </a:rPr>
              <a:t>発行いただければ、②スマレジ連携はすぐ着手できます。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46"/>
                </a:solidFill>
              </a:rPr>
              <a:t>3. 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97280" y="4663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請求書の画像を、AIに渡すことに問題はありませんか?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5303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07070"/>
                </a:solidFill>
              </a:rPr>
              <a:t>①請求書スキャンを進める場合、ここのご確認が必要になります。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707070"/>
                </a:solidFill>
              </a:rPr>
              <a:t>以上、よろしくお願いいたします。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2026-05-15T03:39:42Z</dcterms:created>
  <dcterms:modified xsi:type="dcterms:W3CDTF">2026-05-15T03:39:42Z</dcterms:modified>
</cp:coreProperties>
</file>