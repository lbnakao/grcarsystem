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108960"/>
            <a:ext cx="347472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資金管理システム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6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いまと、これから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今日のはなし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今日いっしょに決めたいのは、この3つ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26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どこまで「自動」にする？</a:t>
            </a:r>
            <a:endParaRPr lang="en-US" sz="260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26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まずは小さく作って試す、でいい？</a:t>
            </a:r>
            <a:endParaRPr lang="en-US" sz="260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26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いま いちばん ほしいのはどれ？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ゴールの方向はいいと思っています。今日は「進め方」の相談です。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いま出来ていること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6社のお金の流れを、1つにまとめて見えるようにできた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9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6つの会社のお金を、1つの表で管理</a:t>
            </a:r>
            <a:endParaRPr lang="en-US" sz="19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9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「入る予定のお金」と「実際に入ったお金」を見くらべ</a:t>
            </a:r>
            <a:endParaRPr lang="en-US" sz="19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9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毎日・毎月の出入りが、自動で計算される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0" y="2377440"/>
            <a:ext cx="5120640" cy="3840480"/>
          </a:xfrm>
          <a:prstGeom prst="rect">
            <a:avLst/>
          </a:prstGeom>
          <a:solidFill>
            <a:srgbClr val="F2F4F7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0" y="3886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🖼 ここに画面のスクショ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4297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例：全社のまとめ画面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もう動いている機能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「いつ・いくら足りないか」が分かるところまで来た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120640" cy="3840480"/>
          </a:xfrm>
          <a:prstGeom prst="rect">
            <a:avLst/>
          </a:prstGeom>
          <a:solidFill>
            <a:srgbClr val="F2F4F7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40080" y="3886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🖼 ここに画面のスクショ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例：払う順番の画面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246888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予約サイト（Booking等）から入るお金を先読み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払う順番を「大事な順」に整理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カードの枠をやりくりする計算も反映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通帳・請求書を取りこんで反映ずみ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数字で見ると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「経営判断に使える」ところまで見えている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92240" y="2331720"/>
            <a:ext cx="5029200" cy="3840480"/>
          </a:xfrm>
          <a:prstGeom prst="rect">
            <a:avLst/>
          </a:prstGeom>
          <a:solidFill>
            <a:srgbClr val="F2F4F7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49224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🖼 ここに画面のスクショ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0" y="4251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例：月ごとのまとめ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46888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いつ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お金の状態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5月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足りない（▲311万円）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8月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もっと足りない（▲1,376万円）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4937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▲は「お金が足りない」しるし。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＝まだ黒字じゃないことも、ちゃんと見えている。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でも、弱点もある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便利だけど、こわいところもある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24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毎月3〜5時間、手で入力している</a:t>
            </a:r>
            <a:endParaRPr lang="en-US" sz="240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24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できる人が1人だけ → その人が辞めたら止まる</a:t>
            </a:r>
            <a:endParaRPr lang="en-US" sz="2400" dirty="0"/>
          </a:p>
          <a:p>
            <a:pPr marL="342900" indent="-342900">
              <a:spcAft>
                <a:spcPts val="2800"/>
              </a:spcAft>
              <a:buSzPct val="100000"/>
              <a:buChar char="•"/>
            </a:pPr>
            <a:r>
              <a:rPr lang="en-US" sz="24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データがまだ5ヶ月分 → 先の予想はまだ苦手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今のやり方だけじゃダメ？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正直、両方あります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49240" cy="3383280"/>
          </a:xfrm>
          <a:prstGeom prst="roundRect">
            <a:avLst>
              <a:gd name="adj" fmla="val 2162"/>
            </a:avLst>
          </a:prstGeom>
          <a:solidFill>
            <a:srgbClr val="F2F4F7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1460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いいところ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4892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・お金がほとんどかからない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・いまも ちゃんと回っている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・人が見るので融通がきく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26480" y="233172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2F4F7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5146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こわいところ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55080" y="320040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・1人に頼りきり（辞めたら止まる）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・手作業なのでミスが出やすい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・店が増えたらパンクする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社長が いちばん「困る」のは、どれですか？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夢と、いまの現実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「全部おまかせ」までは、まだ距離がある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10881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6858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やりたいこと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いまの現実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データを全部 自動でとりこむ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通帳や予約サイトは「手でダウンロード」が必要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AIで売上を予想する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データが少なく まだ当たらない。予約の数字を使う方が正確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支払いまで 機械にやらせる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お金を勝手に振り込むのは危ない。確認は人が安心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すぐ完成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全部入りは半年〜。1〜2ヶ月でできるのは「最初の形」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おすすめの進め方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小さく始めて、よかったら広げる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10881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949440"/>
                <a:gridCol w="22860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やること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目安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4E7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まず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今ある表をシステム化＋入力を半分にする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1〜2ヶ月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4E7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次に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予約データを取りこんで、見込みを正確に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＋2〜3ヶ月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4E7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その後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データが貯まってから 予想を賢くする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半年〜</a:t>
                      </a:r>
                      <a:endParaRPr lang="en-US" sz="17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まず「まず」だけ見て、いける/やめるを決められる → 一気にお金を賭けないので安心。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決めてほしいこと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182880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28600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A0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03120" y="228600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どこまで「自動」にする？（お金を払うところまで機械にやらせる？）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A0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6118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03120" y="361188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カードのやりくりは、これからもずっと必要？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493776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A0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9377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03120" y="493776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まずは小さく作って試す、でいい？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2026-06-01T03:16:01Z</dcterms:created>
  <dcterms:modified xsi:type="dcterms:W3CDTF">2026-06-01T03:16:01Z</dcterms:modified>
</cp:coreProperties>
</file>