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08960"/>
            <a:ext cx="347472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資金管理システム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いまと、これから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今日のはなし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今日いっしょに決めたいのは、この3つ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どこまで「自動」にする？</a:t>
            </a:r>
            <a:endParaRPr lang="en-US" sz="26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まずは小さく作って試す、でいい？</a:t>
            </a:r>
            <a:endParaRPr lang="en-US" sz="26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いま いちばん ほしいのはどれ？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ゴールの方向はいいと思っています。今日は「進め方」の相談です。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いま出来ていること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6社のお金の流れを、1つにまとめて見えるようにできた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6つの会社のお金を、1つのシステムで管理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「入る予定のお金」と「実際に入ったお金」を見くらべ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毎日・毎月の出入りが、自動で計算される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実際のシステム画面：会社別ダッシュボード（リゾートの例）</a:t>
            </a:r>
            <a:endParaRPr lang="en-US" sz="1200" dirty="0"/>
          </a:p>
        </p:txBody>
      </p:sp>
      <p:pic>
        <p:nvPicPr>
          <p:cNvPr id="7" name="Image 0" descr="C:/tmp/lo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8028" y="3840480"/>
            <a:ext cx="6245464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58028" y="3840480"/>
            <a:ext cx="6245464" cy="2377440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もう動いている機能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「いつ・いくら足りないか」が分かるところまで来た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実際のシステム画面：支払可能性分析（月別に資金が足りるか判定）</a:t>
            </a:r>
            <a:endParaRPr lang="en-US" sz="1200" dirty="0"/>
          </a:p>
        </p:txBody>
      </p:sp>
      <p:pic>
        <p:nvPicPr>
          <p:cNvPr id="6" name="Image 0" descr="C:/tmp/loc_aff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31242"/>
            <a:ext cx="5394960" cy="32585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31242"/>
            <a:ext cx="5394960" cy="3258556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246888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予約サイト（Booking等）から入るお金を先読み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月ごとに「足りる／足りない」を自動で判定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払う順番を「大事な順」に整理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カードの枠をやりくりする計算も反映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細かく見ると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1日単位でも、お金の動きが追える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毎日の入金・支出・残高が一覧に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「この日に資金が底をつく」が事前に分かる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▲（マイナス）も赤字ではっきり表示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実際のシステム画面：日次キャッシュフロー</a:t>
            </a:r>
            <a:endParaRPr lang="en-US" sz="1200" dirty="0"/>
          </a:p>
        </p:txBody>
      </p:sp>
      <p:pic>
        <p:nvPicPr>
          <p:cNvPr id="7" name="Image 0" descr="C:/tmp/loc_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0947" y="2286000"/>
            <a:ext cx="4640346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40947" y="2286000"/>
            <a:ext cx="4640346" cy="3931920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でも、弱点もある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便利だけど、こわいところもある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毎月3〜5時間、手で入力している</a:t>
            </a:r>
            <a:endParaRPr lang="en-US" sz="24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できる人が1人だけ → その人が辞めたら止まる</a:t>
            </a:r>
            <a:endParaRPr lang="en-US" sz="24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データがまだ5ヶ月分 → 先の予想はまだ苦手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いま、ゴールのどこ？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「見える化」はほぼ完成。でも本命の「自動」はこれから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車でいうと──「カーナビ（今どこが分かる）」は完成。「自動運転（おまかせ）」はまだ付いていない。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お金の流れを見える化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236829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368296"/>
            <a:ext cx="4818888" cy="310896"/>
          </a:xfrm>
          <a:prstGeom prst="roundRect">
            <a:avLst>
              <a:gd name="adj" fmla="val 882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124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払う順番の整理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291693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916936"/>
            <a:ext cx="2834640" cy="310896"/>
          </a:xfrm>
          <a:prstGeom prst="roundRect">
            <a:avLst>
              <a:gd name="adj" fmla="val 8824"/>
            </a:avLst>
          </a:prstGeom>
          <a:solidFill>
            <a:srgbClr val="C8A046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売上・入金の予測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0" y="346557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3465576"/>
            <a:ext cx="1700784" cy="310896"/>
          </a:xfrm>
          <a:prstGeom prst="roundRect">
            <a:avLst>
              <a:gd name="adj" fmla="val 882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データの自動とりこみ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401421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4014216"/>
            <a:ext cx="850392" cy="310896"/>
          </a:xfrm>
          <a:prstGeom prst="roundRect">
            <a:avLst>
              <a:gd name="adj" fmla="val 882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支払いの自動じっこう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14800" y="456285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人がいらない状態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0" y="5111496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064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「おまかせ（無人化）」基準だと 全体は約2割。残りは“あと少し”ではなく、一部はそもそも作れない（次ページ）。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今のやり方だけじゃダメ？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正直、両方あります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963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いいところ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・お金がほとんどかからない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・いまも ちゃんと回っている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・人が見るので融通がきく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23317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4963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こわいところ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55080" y="3154680"/>
            <a:ext cx="4937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・1人に頼りきり（辞めたら止まる）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・手作業なのでミスが出やすい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・店が増えたらパンクする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社長が いちばん「困る」のは、どれですか？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正直に言うと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「できること」と、「できないこと」をハッキリさせる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やりたいこと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正直な判定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お金の流れを見える化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もう出来ている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入力の手間を半分にする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現実的にできる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予約データで入金見込みを出す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できる（次の段階）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通帳・予約サイトを“全自動”で取込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 非現実的 ── APIが無く、結局 手ダウンロードが要る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AIで売上をズバリ予測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7B3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限定的 ── データ不足で精度は低い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支払い（送金）まで全部自動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 危険で非現実的 ── 誤送金・不正のリスク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経理担当を完全に無くす（無人化）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✕ 不可能 ── 例外対応に人は必ず要る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おすすめの進め方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小さく始めて、よかったら広げる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94944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まず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今の見える化を本運用化＋入力を半分にする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次に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予約データを取りこんで、入金見込みを正確に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＋2〜3ヶ月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その後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データが貯まってから 予想を賢くする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半年〜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まず「まず」だけ見て、いける/やめるを決められる → 一気にお金を賭けないので安心。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決めてほしいこと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2860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どこまで「自動」にする？（お金を払うところまで機械にやらせる？）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361188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カードのやりくりは、これからもずっと必要？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37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03120" y="493776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まずは小さく作って試す、でいい？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2026-06-01T03:55:40Z</dcterms:created>
  <dcterms:modified xsi:type="dcterms:W3CDTF">2026-06-01T03:55:40Z</dcterms:modified>
</cp:coreProperties>
</file>